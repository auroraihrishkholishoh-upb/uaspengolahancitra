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6351" y="2377440"/>
            <a:ext cx="1078992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7F1D1D"/>
                </a:solidFill>
                <a:latin typeface="Calibri"/>
              </a:rPr>
              <a:t>Laporan Pipeline Klasifikasi Citra Buah Segar vs Busuk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UAS Pengolahan Citra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Pendahuluan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Latar Belakang &amp; Tujuan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Klasifikasi citra buah menjadi kebutuhan penting dalam rantai pasok pangan.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Dibangun pipeline otomatis untuk membedakan buah segar dan busuk.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Tujuan: mengembangkan model deep learning dengan akurasi tinggi dan alur kerja terstruktur.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Metodologi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Alur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Read Dataset: memuat dataset dari Google Drive.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EDA: eksplorasi jumlah kelas, distribusi, dan karakteristik gambar.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Preprocessing: resize ke 224x224 dan normalisasi MobileNetV2.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Split Data: 80% training, 20% validasi dengan augmentasi.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Training: transfer learning MobileNetV2 + callbacks.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Evaluation: confusion matrix, accuracy, precision, recall, F1.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Predict: uji coba pada citra baru.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Analisis Data Eksploratif (EDA)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Distribusi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Total 482 gambar dari 2 kelas: buah_busuk dan buah_segar.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Jumlah per kelas seimbang (masing‑masing 241 gambar).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Semua gambar berukuran 100×100 piksel – seragam, tidak perlu resize khusus untuk EDA.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Sampel Gambar &amp; Ukuran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Contoh acak dari tiap kelas ditampilkan untuk verifikasi visual.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Scatter plot width vs height menunjukkan seluruh gambar identik 100×100.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Tidak ditemukan gambar rusak atau format tidak dikenal.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Pra‑pemrosesan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Augmentasi &amp;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Augmentasi training: rotasi ±20°, geser 10%, zoom 15%, flip horizontal.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Normalisasi: preprocess_input sesuai standar MobileNetV2.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Split: 386 gambar training, 96 gambar validasi (80:20).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Generator validasi tanpa augmentasi, hanya normalisasi.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Model &amp; Pelatihan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Arsitektur Transfer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Backbone: MobileNetV2 dengan bobot ImageNet (beku).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GlobalAveragePooling2D + Dropout 30% + Dense 2 neuron (softmax).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Total parameter: 2,26 juta, hanya 2.562 yang dilatih.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Optimizer: Adam (lr=0.0001), loss: categorical crossentropy.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Konfigurasi Pelatihan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Batch size: 32, epoch maksimum: 15.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EarlyStopping (patience=5, restore best weight).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ModelCheckpoint (simpan model terbaik berdasarkan val_accuracy).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ReduceLROnPlateau (faktor 0.2, patience 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Grafik Akurasi &amp; Loss Pelatihan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Training accuracy meningkat perlahan, validation accuracy stagnan di 0.58.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Loss menunjukkan pola overfitting ringan; model masih dapat ditingkatkan.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Evaluasi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Confusion Matrix &amp; Metrik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Confusion matrix: prediksi true class menunjukkan performa moderat.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Precision: buah_busuk 0.60, buah_segar 0.57.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Recall: buah_busuk 0.50, buah_segar 0.67.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F1‑score rata‑rata tertimbang: 0.58; akurasi validasi akhir: 58%.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Pengujian Prediksi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Hasil Prediksi Citra Baru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Diuji dengan gambar pisang busuk (Banana_8.jpg).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Model memprediksi 'buah_busuk' dengan confidence 69,04%.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Hasil menunjukkan model mampu menangkap karakteristik visual kelas busuk.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Kesimpulan &amp; Rekomendasi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Temuan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Pipeline berhasil dibangun dan dijalankan secara end‑to‑end.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Akurasi validasi 58% menunjukkan baseline yang perlu ditingkatkan.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Model cenderung overfitting; augmentasi perlu diperkaya.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F1D1D"/>
                </a:solidFill>
                <a:latin typeface="Calibri"/>
              </a:rPr>
              <a:t>Rekomendasi &amp; Tindak Lanjut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417320"/>
            <a:ext cx="4114800" cy="127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543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Gunakan dataset yang lebih besar dan beragam untuk meningkatkan generalisasi.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Eksplorasi arsitektur lain (EfficientNet, ResNet) atau fine‑tuning layer lebih dalam.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Terapkan teknik penyeimbangan kelas jika distribusi tidak merata.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Gunakan augmentasi lebih agresif (CutOut, MixUp) dan regularisasi (L2).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Lakukan hyperparameter tuning (learning rate, batch size).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6351" y="2377440"/>
            <a:ext cx="1078992" cy="50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7F1D1D"/>
                </a:solidFill>
                <a:latin typeface="Calibr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NOVAL SUPRAYOGA – 312410305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MANDA RAMADANI – 312410352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AURORA IHRISH KHOLISHOH – 312410037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